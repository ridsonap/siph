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2542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pic>
        <p:nvPicPr>
          <p:cNvPr id="3" name="Image 0" descr="/Volumes/work/_Projects/siph/assets/logos/logo_selay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143000"/>
            <a:ext cx="868680" cy="868680"/>
          </a:xfrm>
          <a:prstGeom prst="rect">
            <a:avLst/>
          </a:prstGeom>
        </p:spPr>
      </p:pic>
      <p:pic>
        <p:nvPicPr>
          <p:cNvPr id="4" name="Image 1" descr="/Volumes/work/_Projects/siph/assets/logos/logo_b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25880"/>
            <a:ext cx="1737360" cy="58521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188720" y="224028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0284C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1188720" y="22402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PENGENDALIAN INFLASI DAERAH (TPID) &amp; BPS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188720" y="2724912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Indeks Perkembangan Harga (IPH) 2026</a:t>
            </a:r>
            <a:endParaRPr lang="en-US" sz="29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Kabupaten Kepulauan Selayar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1188720" y="40690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Dinamika Fluktuasi Harga Mingguan, Komoditas Pemicu, dan Rekomendasi Kebijakan Pengendalian Inflasi (Januari – Oktober 2026)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188720" y="4709160"/>
            <a:ext cx="9784080" cy="1078992"/>
          </a:xfrm>
          <a:prstGeom prst="roundRect">
            <a:avLst>
              <a:gd name="adj" fmla="val 8475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371600" y="4800600"/>
            <a:ext cx="9418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Forum: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Meeting (HLM) dan Capacity Building Penyusunan Neraca Pangan Daerah Tahun 2026
</a:t>
            </a:r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Cakupan: 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Rilis Mingguan (Januari – Oktober 2026)  |  </a:t>
            </a:r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Pemantauan SP2KP BPS RI &amp; Portal SIPH Sulawesi Selatan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TINJAUAN TAHUNAN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Dinamika IPH Kabupaten Kepulauan Selayar Sepanjang 2026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 Harga: Fluktuasi Ekstrem Saat HBKN April Diikuti Deflasi Panjang dan Rebound di Q3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658368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0" name="Image 1" descr="/Volumes/work/_Projects/siph/assets/charts/chart_slid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6309360" cy="4434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315200" y="16916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98080" y="17922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FLUKTUASI HBKN (APRIL 2026)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498080" y="20574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Rentang Ayunan: </a:t>
            </a:r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-3.29% s.d. +3.29%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Lonjakan belanja Idul Fitri pada Daging Sapi (+2.17%) dan Telur Ayam (+1.35%) memicu puncak inflasi sebelum terkoreksi tajam.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315200" y="32918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98080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DEFLASI PANJANG (MEI – AGUSTUS 2026)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498080" y="36576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Titik Deflasi Terendah: </a:t>
            </a:r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-2.02% di Juli (M5)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Melimpahnya panen cabai rawit dan pasokan beras daratan Sulsel selama kondisi perairan laut tenang menjaga daya beli warga.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315200" y="48920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0" y="49926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REBOUND TEKANAN HARGA (SEP – OKT 2026)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498080" y="52578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Tren Rebound: </a:t>
            </a:r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+0.39% ke +1.57% (Sep)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Masa peralihan musim menekan hasil panen cabai rawit lokal, diperkuat kenaikan harga beras awal Oktober (+0.84%).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 • HBKN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Maret – April 2026: Dinamika Harga Fase Ramadan &amp; Idul Fitri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Tajam Protein Hewani &amp; Telur Menjelang Hari Raya Sebelum Terjadi Koreksi Pasca HBKN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621792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0" name="Image 1" descr="/Volumes/work/_Projects/siph/assets/charts/chart_slid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943600" cy="4434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LONJAKAN PERMINTAAN DAGING &amp; TELUR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Menjelang hari raya Idul Fitri 2026, permintaan protein hewani melonjak tajam. Daging Sapi mencatat andil inflasi hingga +2.17%, sementara Telur Ayam Ras menyumbang andil +1.35% akibat kebutuhan jamuan dan kue hari raya.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KOREKSI HARGA PASCA-HARI RAYA (APRIL W2)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puncak lebaran selesai, konsumsi masyarakat melandai normal sementara pasokan sayuran daratan kembali lancar, memicu deflasi sesaat -3.29% di minggu ke-2 sebelum stabil kembali di akhir bulan.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KUNCI PERIODE HBKN 2026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Sapi: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maksimal +2.17% (April W1), pasokan ternak lokal terbatas.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Telur Ayam Ras: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+1.35%, ketergantungan pasokan dari sentra Sidrap/Maros.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Ayam Ras: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+0.92%, konsumsi jamuan keluarga meningkat tajam.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II • PANEN RAYA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– Juli 2026: Tren Deflasi Konsisten Pasca Panen Raya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 Bergerak Negatif Hingga Menyentuh -2.02% Didorong Melimpahnya Pasokan Sayuran &amp; Bawang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621792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0" name="Image 1" descr="/Volumes/work/_Projects/siph/assets/charts/chart_slid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943600" cy="4434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PASOKAN PANEN HORTIKULTURA MELIMPAH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Sepanjang Juli 2026, produksi cabai dan bawang merah di sentra daratan Sulsel (Enrekang, Jeneponto, Bantaeng) melimpah. Pasokan masuk lancar ke Selayar melalui pelabuhan feri Bira - Pamatata dengan volume tinggi.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MINGGU DEFLASI BERUNTUN DI JULI 2026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Juli mencatat deflasi mingguan berurutan: M1 (-1.31%), M2 (-1.62%), M3 (-1.82%), M4 (-1.97%), dan M5 (-2.02%). Kondisi ini memberikan bantalan daya beli yang sangat sehat bagi masyarakat Kepulauan Selayar.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PENYUMBANG DEFLASI UTAMA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Rawit: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terdalam (-0.64%), harga eceran turun stabil di pasar.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Ayam Ras: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(-0.61%), pasokan karkas melimpah pasca HBKN.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Bawang Merah: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(-0.42%), suplai daratan Sulawesi sangat lancar.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III • MUSIM PERALIHAN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– Oktober 2026: Rebound Inflasi Komoditas Pangan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 Kembali Merangkak Positif Dipicu Lonjakan Cabai Rawit &amp; Kenaikan Bertahap Harga Beras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621792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0" name="Image 1" descr="/Volumes/work/_Projects/siph/assets/charts/chart_slid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943600" cy="4434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PERALIHAN MUSIM &amp; PENURUNAN PANEN HORTIKULTURA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Memasuki akhir kuartal III 2026, panen cabai lokal di pulau Selayar mulai berkurang. Keterbatasan suplai menyebabkan harga cabai rawit dan cabai merah kembali merangkak naik di pasar tradisional.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TEKANAN BERAS DI AWAL OKTOBER 2026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minggu ke-1 Oktober 2026, IPH berada di level +0.84% dengan Beras sebagai komoditas bergejolak utama. Pergerakan harga gabah daratan mulai terasa pada harga eceran beras medium di Kepulauan Selayar.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PENYUMBANG KENAIKAN AKHIR Q3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Rawit: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inflasi hingga +1.13% (September W4), fluktuasi tertinggi.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Merah: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+0.62%, permintaan stabil namun suplai lokal menipis.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Beras: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+0.53%, menjadi pemicu utama kenaikan awal Oktober 2026.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KOMODITAS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Komoditas Bergejolak Kabupaten Kepulauan Selayar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Memimpin Frekuensi Fluktuasi (15x), Disusul Telur Ayam Ras, Beras, dan Cabai Merah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621792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pic>
        <p:nvPicPr>
          <p:cNvPr id="10" name="Image 1" descr="/Volumes/work/_Projects/siph/assets/charts/chart_slid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943600" cy="4434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HORTIKULTURA: KERENTANAN TINGGI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menjadi komoditas paling volatil dengan 15 kali tercatat sebagai pemicu gejolak utama sepanjang 2026. Sifatnya yang lekas rusak (perishable) dan ketergantungan pasokan daratan menjadikannya indikator paling sensitif.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PROTEIN HEWANI: SENSITIF HBKN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Telur Ayam Ras (5x gejolak) dan Daging Ayam (3x gejolak) mendominasi lonjakan harga pada momen perayaan dan hari libur. Pasokan ayam petelur lokal belum mampu memenuhi kebutuhan mandiri seluruh pulau.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PANGAN POKOK: BERAS STRATEGIS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 tercatat 4 kali sebagai fluktuasi tertinggi pada 2026. Meskipun Selayar memiliki buffer stock BULOG, stabilitas harga beras tetap membutuhkan pengawasan jalur logistik laut dan kepatuhan terhadap HET pasar.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KEBIJAKAN TPID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Aksi Pengendalian Inflasi Daerah 2026 (Kerangka 4K)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 Preventif Berbasis Evaluasi IPH Mingguan Untuk Menjaga Stabilitas Harga di Kepulauan Selayar</a:t>
            </a:r>
            <a:endParaRPr lang="en-US" sz="1300" dirty="0"/>
          </a:p>
        </p:txBody>
      </p:sp>
      <p:pic>
        <p:nvPicPr>
          <p:cNvPr id="6" name="Image 0" descr="/Volumes/work/_Projects/siph/assets/logos/logo_b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185623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856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53312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KETERJANGKAUAN HARGA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Pelaksanaan Gerakan Pangan Murah (GPM) berkala dan operasi pasar terarah di sentra pulau, terutama pada H-14 momen HBKN Idul Fitri dan Nataru, dengan subsidi selisih harga komoditas pokok.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77240" y="304495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Menjaga daya beli masyarakat berpenghasilan rendah.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63640" y="169164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185623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92240" y="1856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68312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PASOKAN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9224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Penguatan cadangan pangan pemerintah daerah (CPPD) bersama BULOG, optimalisasi fasilitas cold storage komunal untuk cabai &amp; bawang, serta penguatan Kerjasama Antar Daerah (KAD) dengan sentra daratan Sulsel.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92240" y="304495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Stok aman minimal 3-4 minggu saat cuaca laut ekstrem.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377647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377647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353312" y="3813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KELANCARAN DISTRIBUSI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77240" y="4206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Pemberian dispensasi prioritas muatan bagi truk bahan pangan pokok di pelabuhan feri Bira - Pamatata, koordinasi kesiapan armada ASDP, serta subsidi ongkos angkut (SOA) maritim saat ombak tinggi.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77240" y="496519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Arus barang tidak terputus lebih dari 48 jam.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63640" y="36118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377647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92240" y="377647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68312" y="3813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KOMUNIKASI EFEKTIF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206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Publikasi berkala update harga komoditas pangan melalui kanal resmi dan radio daerah untuk mencegah kepanikan belanja (panic buying), sidak penimbunan di tingkat grosir, serta imbauan belanja bijak.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492240" y="496519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Ekspektasi inflasi masyarakat tetap rasional dan tenang.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5240">
            <a:solidFill>
              <a:srgbClr val="93C5F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" y="560527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Pemantauan Komoditas Prioritas 2026: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(15x volatil), Telur Ayam Ras, Daging Sapi/Ayam saat HBKN, dan Beras di awal musim hujan.
</a:t>
            </a:r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*Rujukan Ketahanan Pangan: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 harga dan pasokan diarahkan untuk menjamin terpenuhinya standar Angka Kecukupan Gizi (AKG) 2.100 kkal / kapita / hari.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5486400" cy="5394960"/>
          </a:xfrm>
          <a:prstGeom prst="roundRect">
            <a:avLst>
              <a:gd name="adj" fmla="val 2542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pic>
        <p:nvPicPr>
          <p:cNvPr id="3" name="Image 0" descr="/Volumes/work/_Projects/siph/assets/logos/logo_selay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18872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423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88720" y="3154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Sinergi Kuat Menjaga Stabilitas Harga &amp; Kesejahteraan Masyarakat Kepulauan Selayar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188720" y="39319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4069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Pengendalian Inflasi Daerah (TPID)
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Kabupaten Kepulauan Selayar Tahun 2026
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Sekretariat: </a:t>
            </a:r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Perekonomian Setda Kab. Kepulauan Selayar
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Data: </a:t>
            </a:r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BPS Kabupaten Kepulauan Selayar
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IPH: 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https://ridsonap.github.io/siph/?kab=7301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731520"/>
            <a:ext cx="4967935" cy="5394960"/>
          </a:xfrm>
          <a:prstGeom prst="roundRect">
            <a:avLst>
              <a:gd name="adj" fmla="val 2761"/>
            </a:avLst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pic>
        <p:nvPicPr>
          <p:cNvPr id="9" name="Image 1" descr="/Volumes/work/_Projects/siph/assets/logos/logo_b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1737360" cy="585216"/>
          </a:xfrm>
          <a:prstGeom prst="rect">
            <a:avLst/>
          </a:prstGeom>
        </p:spPr>
      </p:pic>
      <p:pic>
        <p:nvPicPr>
          <p:cNvPr id="10" name="Image 2" descr="/Volumes/work/_Projects/siph/assets/logos/logo_se202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051560"/>
            <a:ext cx="1051560" cy="10515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949440" y="2103120"/>
            <a:ext cx="3474720" cy="347472"/>
          </a:xfrm>
          <a:prstGeom prst="roundRect">
            <a:avLst>
              <a:gd name="adj" fmla="val 21053"/>
            </a:avLst>
          </a:prstGeom>
          <a:solidFill>
            <a:srgbClr val="D97706"/>
          </a:solidFill>
          <a:ln w="15240">
            <a:solidFill>
              <a:srgbClr val="FBBF24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949440" y="21031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#MencatatEkonomiIndonesia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6949440" y="26060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EKONOMI 2026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MILIK INDONESIA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9494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kita kawal pelaksanaan SENSUS EKONOMI 2026 untuk mewujudkan basis data ekonomi yang akurat, berdaulat, dan mendorong kemandirian perekonomian nasional.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949440" y="46177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132320" y="47548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Badan Pusat Statistik (BPS)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Menyediakan Data Berkualitas untuk Indonesia Maju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www.bps.go.id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2026-10-12T23:58:15Z</dcterms:created>
  <dcterms:modified xsi:type="dcterms:W3CDTF">2026-10-12T23:58:15Z</dcterms:modified>
</cp:coreProperties>
</file>